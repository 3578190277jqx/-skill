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计划用时：25 秒</a:t>
            </a:r>
          </a:p>
          <a:p/>
          <a:p>
            <a:r>
              <a:t>各位老师好，这份草稿依据给定的三张表展开，重点介绍数据结构及其边界。由于没有学校模板、源码和测试记录，今天能够核对的是字段声明；业务流程及改进方案会明确标为设计建议。</a:t>
            </a:r>
          </a:p>
          <a:p/>
          <a:p>
            <a:r>
              <a:t>证据：</a:t>
            </a:r>
          </a:p>
          <a:p>
            <a:r>
              <a:t>request-evidence.md：用户给定三表声明；未提供学校模板</a:t>
            </a:r>
          </a:p>
          <a:p/>
          <a:p>
            <a:r>
              <a:t>精简稿（15秒）：</a:t>
            </a:r>
          </a:p>
          <a:p>
            <a:r>
              <a:t>本稿依据三表声明，介绍数据模型和证据边界。学校格式、实现与测试均待核实。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计划用时：30 秒</a:t>
            </a:r>
          </a:p>
          <a:p/>
          <a:p>
            <a:r>
              <a:t>现有材料只有用户给定的三表字段声明，并非已执行的建表脚本。我们没有实际数据库、代码、运行截图及测试记录，因此不能说明系统已上线、性能达标或某项功能由本人完成。后续各页都沿用这一证据口径。</a:t>
            </a:r>
          </a:p>
          <a:p/>
          <a:p>
            <a:r>
              <a:t>证据：</a:t>
            </a:r>
          </a:p>
          <a:p>
            <a:r>
              <a:t>request-evidence.md：材料清单与缺口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计划用时：30 秒</a:t>
            </a:r>
          </a:p>
          <a:p/>
          <a:p>
            <a:r>
              <a:t>从题目名称看，设计方向是实验室设备预约；从字段看，预约记录同时保存用户标识和设备标识。这是结构层面的观察。减少冲突、提升效率等价值可以作为研究目标，但目前没有需求调研或对照数据，不能作为已取得的成果。</a:t>
            </a:r>
          </a:p>
          <a:p/>
          <a:p>
            <a:r>
              <a:t>证据：</a:t>
            </a:r>
          </a:p>
          <a:p>
            <a:r>
              <a:t>request-evidence.md：题目名称和 bookings 字段；价值属于候选目标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计划用时：30 秒</a:t>
            </a:r>
          </a:p>
          <a:p/>
          <a:p>
            <a:r>
              <a:t>目前三表没有预约时间、状态或审批字段，也没有角色与权限材料。这些内容可能在其他表或程序中，但现有材料不能支持判断。答辩时可以直接指出这是一份有限信息草稿；需求范围需要实际说明书与实现共同确认。</a:t>
            </a:r>
          </a:p>
          <a:p/>
          <a:p>
            <a:r>
              <a:t>证据：</a:t>
            </a:r>
          </a:p>
          <a:p>
            <a:r>
              <a:t>request-evidence.md：三表完整字段范围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计划用时：35 秒</a:t>
            </a:r>
          </a:p>
          <a:p/>
          <a:p>
            <a:r>
              <a:t>模型包含用户、设备和预约记录三个实体。用户表与设备表各有标识和名称；预约表有自身标识，以及不可为空的用户和设备标识。三张表的 id 都声明为 bigint 主键。这里仅陈述用户给定的信息，不增加默认值、自增或唯一性约束。</a:t>
            </a:r>
          </a:p>
          <a:p/>
          <a:p>
            <a:r>
              <a:t>证据：</a:t>
            </a:r>
          </a:p>
          <a:p>
            <a:r>
              <a:t>request-evidence.md：users、equipment、bookings 字段</a:t>
            </a:r>
          </a:p>
          <a:p/>
          <a:p>
            <a:r>
              <a:t>精简稿（25秒）：</a:t>
            </a:r>
          </a:p>
          <a:p>
            <a:r>
              <a:t>三张表分别保存用户、设备和预约记录。三个 id 为 bigint 主键；预约中的 user_id、equipment_id 为非空 bigint。没有提供外键声明。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计划用时：30 秒</a:t>
            </a:r>
          </a:p>
          <a:p/>
          <a:p>
            <a:r>
              <a:t>用户表只有 id 和 name。id 的类型是 bigint，声明为主键；name 的类型是 varchar，长度为五十。材料没有为名称声明非空、唯一或默认值，因此不能说用户名必填，也不能把它直接当作登录账号或人员身份的唯一证明。</a:t>
            </a:r>
          </a:p>
          <a:p/>
          <a:p>
            <a:r>
              <a:t>证据：</a:t>
            </a:r>
          </a:p>
          <a:p>
            <a:r>
              <a:t>request-evidence.md：users(id bigint PK,name varchar(50))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计划用时：30 秒</a:t>
            </a:r>
          </a:p>
          <a:p/>
          <a:p>
            <a:r>
              <a:t>设备表同样由标识与名称组成，名称长度是一百。材料未给出设备编号、可用状态、位置或容量。这里不能自行补出维修中、停用等状态，更不能证明预约前已经检查设备可用性。相关业务若存在，需要从实际模型和代码中核对。</a:t>
            </a:r>
          </a:p>
          <a:p/>
          <a:p>
            <a:r>
              <a:t>证据：</a:t>
            </a:r>
          </a:p>
          <a:p>
            <a:r>
              <a:t>request-evidence.md：equipment(id bigint PK,name varchar(100))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计划用时：35 秒</a:t>
            </a:r>
          </a:p>
          <a:p/>
          <a:p>
            <a:r>
              <a:t>预约表包含三个 bigint 字段，id 是主键，另外两列不可为空。非空只能排除空值，不能排除不存在的用户或设备标识。材料也没有声明二者组合唯一，因此仅依据这些约束，不能保证同一用户对同一设备只出现一条记录。</a:t>
            </a:r>
          </a:p>
          <a:p/>
          <a:p>
            <a:r>
              <a:t>证据：</a:t>
            </a:r>
          </a:p>
          <a:p>
            <a:r>
              <a:t>request-evidence.md：bookings 完整声明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计划用时：40 秒</a:t>
            </a:r>
          </a:p>
          <a:p/>
          <a:p>
            <a:r>
              <a:t>物理 ER 按给定声明展示三张表，保留全部字段、类型和名称长度，且只标注已声明的主键。由于没有数据库外键，图中不画数据库强制关系。完整图源在附件，尚未渲染；这一页明确交付为图像缺口草稿。</a:t>
            </a:r>
          </a:p>
          <a:p/>
          <a:p>
            <a:r>
              <a:t>证据：</a:t>
            </a:r>
          </a:p>
          <a:p>
            <a:r>
              <a:t>physical-er.mmd；physical-er.drawio；request-evidence.md</a:t>
            </a:r>
          </a:p>
          <a:p/>
          <a:p>
            <a:r>
              <a:t>精简稿（25秒）：</a:t>
            </a:r>
          </a:p>
          <a:p>
            <a:r>
              <a:t>物理 ER 保留所有字段与长度，只标注三个主键。未声明外键，所以物理图不绘制强制关联。图源随稿交付，尚未渲染为图片。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计划用时：40 秒</a:t>
            </a:r>
          </a:p>
          <a:p/>
          <a:p>
            <a:r>
              <a:t>按照字段命名，可推测每条预约意图关联一个用户和一台设备，用户与设备可以分别对应零到多条预约。但这是待确认的业务关联，不是已经强制的数据库基数。不可为空的标识仍可能是孤儿值，因此必须把业务关系图与物理 ER 分开展示。</a:t>
            </a:r>
          </a:p>
          <a:p/>
          <a:p>
            <a:r>
              <a:t>证据：</a:t>
            </a:r>
          </a:p>
          <a:p>
            <a:r>
              <a:t>business-association.mmd：明确标记为推断；用户未声明 FK</a:t>
            </a:r>
          </a:p>
          <a:p/>
          <a:p>
            <a:r>
              <a:t>精简稿（25秒）：</a:t>
            </a:r>
          </a:p>
          <a:p>
            <a:r>
              <a:t>按命名推测，一条预约意图关联一个用户和一台设备，两端可对应多条预约。它是业务假设；非空标识仍可能引用不存在的记录。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计划用时：40 秒</a:t>
            </a:r>
          </a:p>
          <a:p/>
          <a:p>
            <a:r>
              <a:t>现有声明能够支持主键唯一及预约标识非空，不能证明参照完整性、重复控制或时间冲突检测。候选改进包括结合业务增加外键、事务校验及预约时间，但这些是设计讨论，不是已完成修改。是否增加约束还要先确认删除策略与业务规则。</a:t>
            </a:r>
          </a:p>
          <a:p/>
          <a:p>
            <a:r>
              <a:t>证据：</a:t>
            </a:r>
          </a:p>
          <a:p>
            <a:r>
              <a:t>request-evidence.md：未声明 FK、时间或关联唯一约束</a:t>
            </a:r>
          </a:p>
          <a:p/>
          <a:p>
            <a:r>
              <a:t>精简稿（30秒）：</a:t>
            </a:r>
          </a:p>
          <a:p>
            <a:r>
              <a:t>当前约束不能保证参照完整性，也无法表示时间冲突。外键、删除策略和时间字段可作为候选改进，需先确认业务规则，不能称为已实现。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计划用时：35 秒</a:t>
            </a:r>
          </a:p>
          <a:p/>
          <a:p>
            <a:r>
              <a:t>这里提供一条候选流程：接收标识，核对用户与设备存在，再按实际业务检查冲突，最后在事务中写入并返回结果。现有字段不足以实现基于时间的冲突检测，存在性检查也可能遇到并发删除。这些都需要实现及失败分支证据，不能把流程图当成功能完成证明。</a:t>
            </a:r>
          </a:p>
          <a:p/>
          <a:p>
            <a:r>
              <a:t>证据：</a:t>
            </a:r>
          </a:p>
          <a:p>
            <a:r>
              <a:t>设计建议；没有源码支持既有实现；request-evidence.md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计划用时：35 秒</a:t>
            </a:r>
          </a:p>
          <a:p/>
          <a:p>
            <a:r>
              <a:t>测试页只给可执行的验证方向：重复主键、空标识、不存在的关联标识、重复关联及删除行为。每项都应记录数据库环境、输入、预期和实际结果。当前没有执行这些测试，因此没有通过率、响应时间或并发量结论，也不会要求填写不存在的指标。</a:t>
            </a:r>
          </a:p>
          <a:p/>
          <a:p>
            <a:r>
              <a:t>证据：</a:t>
            </a:r>
          </a:p>
          <a:p>
            <a:r>
              <a:t>test-design.md：未执行验证方案；无测试记录</a:t>
            </a:r>
          </a:p>
          <a:p/>
          <a:p>
            <a:r>
              <a:t>精简稿（25秒）：</a:t>
            </a:r>
          </a:p>
          <a:p>
            <a:r>
              <a:t>测试尚未执行。建议验证主键、空值、孤儿引用、重复关联与删除场景，并保存环境、输入和实际结果。当前不报告通过率或性能。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计划用时：30 秒</a:t>
            </a:r>
          </a:p>
          <a:p/>
          <a:p>
            <a:r>
              <a:t>三表结构说明系统材料中的内容，并不能证明学生本人设计或实现。若要说明个人贡献，需要与任务分工、提交记录及关键代码对应。常规增删改查也不能自动算作创新。当前可以明确交付的是数据模型解释、约束分析和待验证方案。</a:t>
            </a:r>
          </a:p>
          <a:p/>
          <a:p>
            <a:r>
              <a:t>证据：</a:t>
            </a:r>
          </a:p>
          <a:p>
            <a:r>
              <a:t>request-evidence.md：未提供个人贡献、源码或比较依据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计划用时：15 秒</a:t>
            </a:r>
          </a:p>
          <a:p/>
          <a:p>
            <a:r>
              <a:t>本稿区分了物理约束与推断关联。实际实现、测试和个人贡献待核实，学校格式待核对。谢谢各位老师。</a:t>
            </a:r>
          </a:p>
          <a:p/>
          <a:p>
            <a:r>
              <a:t>证据：</a:t>
            </a:r>
          </a:p>
          <a:p>
            <a:r>
              <a:t>request-evidence.md；review-qa.md；README.md</a:t>
            </a:r>
          </a:p>
          <a:p/>
          <a:p>
            <a:r>
              <a:t>精简稿（15秒）：</a:t>
            </a:r>
          </a:p>
          <a:p>
            <a:r>
              <a:t>结论是模型可解释，但实现、测试、时间规则与本人贡献尚未核实，学校格式待核对。谢谢各位老师。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1｜实验室预约系统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依据三表结构整理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学校格式待核对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实现与测试尚未核实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实验室预约系统｜答辩草稿·学校格式待核对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2｜材料与证据边界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已有三表字段声明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未提供实际建表脚本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未提供源码及测试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不主张已完成系统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实验室预约系统｜答辩草稿·学校格式待核对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3｜题目目标与价值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题目聚焦实验室预约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记录关联用户与设备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价值需由实际需求验证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实验室预约系统｜答辩草稿·学校格式待核对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4｜需求与范围待确认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预约时间尚未给出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状态与审批未声明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角色及权限无材料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本稿只覆盖已知结构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实验室预约系统｜答辩草稿·学校格式待核对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5｜三表模型概览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users：用户实体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equipment：设备实体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bookings：预约记录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三个 id 均为主键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实验室预约系统｜答辩草稿·学校格式待核对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6｜用户表字段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id：bigint，主键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name：varchar(50)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名称未声明非空或唯一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实验室预约系统｜答辩草稿·学校格式待核对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7｜设备表字段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id：bigint，主键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name：varchar(100)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设备状态未在表中声明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实验室预约系统｜答辩草稿·学校格式待核对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8｜预约表字段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三列类型均为 bigint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id：主键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user_id：非空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equipment_id：非空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未声明时间及唯一约束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实验室预约系统｜答辩草稿·学校格式待核对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9｜物理 ER：仅保留声明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三实体及全部字段已保留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仅 id 标为 PK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未将标识列标为 FK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附 physical-er.mmd 源码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实验室预约系统｜答辩草稿·学校格式待核对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10｜业务关联：仅为推断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user_id 推测指向用户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equipment_id 推测指向设备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意图为每条各关联一个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数据库未保证目标存在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实验室预约系统｜答辩草稿·学校格式待核对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11｜约束边界与候选改进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非空不能代替参照完整性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重复关联未被唯一键限制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时间冲突当前无法建模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改进须结合实际业务选择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实验室预约系统｜答辩草稿·学校格式待核对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12｜预约流程候选设计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接收用户和设备标识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校验关联记录是否存在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按实际业务检查冲突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事务写入并处理失败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实验室预约系统｜答辩草稿·学校格式待核对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13｜测试设计：尚未执行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验证重复主键与空标识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验证不存在的引用标识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验证重复关联及删除场景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不填通过率与性能指标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实验室预约系统｜答辩草稿·学校格式待核对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14｜贡献与成果口径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现有表结构不等于本人贡献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常规 CRUD 不自动算创新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需以提交与实现记录为证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现阶段只交付模型草稿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实验室预约系统｜答辩草稿·学校格式待核对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15｜结论与评审重点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087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已核对三表声明的表达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外键与时间规则仍待确认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学校格式待核对</a:t>
            </a:r>
          </a:p>
          <a:p>
            <a:pPr>
              <a:spcAft>
                <a:spcPts val="2400"/>
              </a:spcAft>
              <a:defRPr sz="24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• 欢迎就设计边界提问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7385D"/>
                </a:solidFill>
                <a:latin typeface="Microsoft YaHei"/>
                <a:ea typeface="Microsoft YaHei"/>
              </a:defRPr>
            </a:pPr>
            <a:r>
              <a:t>实验室预约系统｜答辩草稿·学校格式待核对  |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实验室预约系统｜答辩草稿·学校格式待核对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